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 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Снижение на 18% относительное: событие было у 17,8% пациентов в группе финеренона и у 21,1% в группе плацебо.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 ≥40% не менее 4 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  <a:p>
            <a:r>
              <a:t>Гиперкалиемия по сообщениям исследователей (как в FIDELIO-DKD на слайде 21).</a:t>
            </a:r>
          </a:p>
          <a:p>
            <a:r>
              <a:t>Абсолютную разницу 2,2% и 1,7% считали по накопленной частоте к 3 годам, поэтому она не совпадает с разностью долей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снижение было на 29% больше, чем при финереноне, и на 32% больше, чем при эмпаглифлозине: это относительные различия между группами (0,48 к 0,68 и к 0,71), а не снижение от исходного уровня.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Ветка планового контроля при калии ≤4,8 ммоль/л на схеме не показана: дозу 10 мг можно повысить до 20 мг, если рСКФ снизилась не более чем на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 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2,62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 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 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типа; диапазон функции почек шире, чем в FIDELIO-DKD.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 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 ДИ 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Объединённый анализ индивидуальных данных, запланированный заранее.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 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 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за 3 года: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снижение АКО по сравнению с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 0,66–0,70).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(дополнительный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максимальной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читать графики: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справа среднее изменение калия по группе (комбинация и финеренон не различались, p=0,91);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2F2F2"/>
          </a:solidFill>
          <a:ln w="1651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0500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270500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00700"/>
            <a:ext cx="3355848" cy="9144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27050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нужно: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повторить АКО, подтвердить стойкость изменений (не менее 3 месяцев), определить калий, уточнить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и рСКФ. При калии ≤4,8 ммоль/л и снижении рСКФ не более чем на 30%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 это важно: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возобновление,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Зачем: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чтобы представитель узнавал вопросы вне показаний и правильно их передавал.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повышает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группы доз объединены в дополнительном анализе,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 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 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26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44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807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825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915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частот: относительное снижение суммарного числа событий на 16%. 95% ДИ 0,74–0,95,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 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Засчитывают первое по времени событие из нескольких. Разница между группами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FIGARO-DKD, в основном госпитализации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Кривые на слайде 21: к концу они выше, чем доли пациентов с событием за всё исследование.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Диапазон значений эффекта, совместимых с данными. Если весь интервал ниже 1, снижение риска статистически значимо.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весь интервал ниже 1, снижение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нужно лечить указанный срок, чтобы предотвратить одно событие. Без срока это число не приводят.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46 пациентов за 3 года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